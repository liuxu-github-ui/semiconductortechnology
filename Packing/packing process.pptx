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832" autoAdjust="0"/>
  </p:normalViewPr>
  <p:slideViewPr>
    <p:cSldViewPr snapToGrid="0">
      <p:cViewPr varScale="1">
        <p:scale>
          <a:sx n="85" d="100"/>
          <a:sy n="85" d="100"/>
        </p:scale>
        <p:origin x="15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23391-E4A8-4913-A8CE-37258EB4EA40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A7F15-F2E2-49A3-B364-8EE334715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8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7200" b="1" dirty="0">
                <a:latin typeface="Aharoni" panose="020B0604020202020204" pitchFamily="2" charset="-79"/>
                <a:cs typeface="Aharoni" panose="020B0604020202020204" pitchFamily="2" charset="-79"/>
              </a:rPr>
              <a:t>Companies like Intel, Texas instruments do all the things: design, manufacture and </a:t>
            </a:r>
            <a:r>
              <a:rPr lang="en-US" sz="7200" b="1" dirty="0" err="1">
                <a:latin typeface="Aharoni" panose="020B0604020202020204" pitchFamily="2" charset="-79"/>
                <a:cs typeface="Aharoni" panose="020B0604020202020204" pitchFamily="2" charset="-79"/>
              </a:rPr>
              <a:t>packge</a:t>
            </a:r>
            <a:endParaRPr lang="en-US" sz="7200" b="1" dirty="0">
              <a:latin typeface="Aharoni" panose="020B0604020202020204" pitchFamily="2" charset="-79"/>
              <a:cs typeface="Aharoni" panose="020B0604020202020204" pitchFamily="2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A7F15-F2E2-49A3-B364-8EE3347150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explore for more detail of he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A7F15-F2E2-49A3-B364-8EE3347150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74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40B25-97CB-46AE-B255-D9B7D0AA9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F59744-3CA4-485A-8EAF-C2176DB53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44DDB-FC06-4AD4-AFC7-C5124E28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4854B-2621-46F5-96A1-37C17134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BD5C1-F341-491A-B84A-DBE00C94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3C67-582B-4A59-9D0A-A0931623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A5D8-8F4B-4A77-88EE-E331E1801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983A1-CEB6-4911-920E-09668E32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8E164-71DF-432B-8494-183CDD67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18F16-C8EE-42DB-9CCF-11D0B166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6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2347-E776-405F-9E89-50703681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558D-E993-44D2-A684-4E1E0F2F0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D8C51-D81D-4C94-871E-F07AF786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7071F-8982-45E4-B80E-6B60B0BB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19247-38B2-4052-B528-5D9DF577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7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60B8-88BA-47C5-88C9-4A4BD4A6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D2018-3C9F-43A9-BA6F-8AD212E62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B7CC9-F114-40F2-9DD1-EC193602B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53FC4-82ED-49F9-859E-06FC189C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5D20F-31BB-443D-800C-F434A635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C0251-00AD-4AEB-B0E8-B4D80942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6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AE5F-D162-4428-8EAC-B442470C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EA84C-5D65-45BA-A1C8-FAE172A1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B1B1B-6E05-46B7-8F98-AA483BD48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61D9B-D4CF-4FE2-B056-6FD541593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F197D-1512-4F9F-8FE6-7D0E212E6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3382F1-238F-49D8-82D2-7D1BA3AA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B3DF2-CB09-4C94-8E85-B8BD81D6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B5644-5573-4A4F-B729-6E0163CA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2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D3D5-936F-4F96-B9BE-3F7DE16D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7A21C-092D-45B6-95CF-EFD3E44E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0AC82-713E-4CEE-B7F6-5997B970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766EB-579B-4E22-B2D0-53F944AD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0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56D4D-BB81-4556-936B-9E3051B3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E6137-FDCF-4DFF-B5BC-00BE368D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DF433-A825-477F-83C6-EF7A5EC91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7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C750-35A8-4BF4-BF7C-3E313B14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4E2CB-5074-4054-8042-BC93C102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D2ECF-561F-4537-901C-E58E65C0E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13AD9-0322-4602-A717-5B7C289AA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D79E8-3482-4A46-BDF5-6083F1D8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66335-F97D-4DA7-9D12-EA9804E3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5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AD862-EAF3-401E-BB97-84900B81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17B23-723D-4A9B-8DE8-C6E82B4BE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A3ABA-205D-41F6-91C8-F6CBF863D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010C9-FA16-4E5B-844D-64372070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5FD15-F350-4AA7-AA88-FABF7DE6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F8D20-D963-4E63-AB74-5EEC400C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8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DA3D-E922-4BA7-952B-C556DEF3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13B42-78C8-4418-84A4-F0621C9A8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85EE-F82E-4C57-AFEB-1F5B7137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5BF99-AC11-4180-B960-8585D657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A37B6-7034-48C1-90B7-258580FA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06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5E3B9-CA28-4B2E-B5E9-5D3A5C46B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69404-26F3-4FA3-8CCB-C6D0384CF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70EE-2034-4499-9A02-5FBFB032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177D3-32DB-4C85-BF7A-DBBDAB1AD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31BAD-A3A4-4ECA-9918-2879C5DF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2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E4913C-45B6-4F69-98F9-9B667184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9F916-21BF-4ED8-A1FF-2FDB3BDF8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2F7AF-DEE6-4C4B-8271-54F1CA67B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79103-A8E3-47B4-A679-81AEB50E461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B05C3-69E2-4D75-90A7-F10182BC4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91243-9917-4CE8-B1E5-CC3B50454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5A78C-41E6-497F-BB53-631BEB1BF7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538819703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5C80A398-CFA2-4A43-8F20-4D694E7D0EC1}"/>
              </a:ext>
            </a:extLst>
          </p:cNvPr>
          <p:cNvSpPr txBox="1"/>
          <p:nvPr userDrawn="1"/>
        </p:nvSpPr>
        <p:spPr>
          <a:xfrm>
            <a:off x="0" y="0"/>
            <a:ext cx="1634581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</a:rPr>
              <a:t>[AMD Official Use Only]</a:t>
            </a:r>
          </a:p>
        </p:txBody>
      </p:sp>
    </p:spTree>
    <p:extLst>
      <p:ext uri="{BB962C8B-B14F-4D97-AF65-F5344CB8AC3E}">
        <p14:creationId xmlns:p14="http://schemas.microsoft.com/office/powerpoint/2010/main" val="17681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696F-81A0-4C02-8BCB-A49246FA5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56F7A-4CDB-4A5A-8C07-429ED4C0E4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FB9BC67C-E77C-40B9-86AB-11EA424B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719137"/>
            <a:ext cx="1057275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2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A89B-659B-4854-B6AA-D2EFED45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to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46BE-D5EE-4C87-A03C-1503709E5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Protect the chip from damage caused by mechanical stress, chemical </a:t>
            </a:r>
            <a:r>
              <a:rPr lang="en-US" dirty="0" err="1"/>
              <a:t>erosion,etc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Connect chip with outside electronics product (through pins/balls)</a:t>
            </a:r>
          </a:p>
        </p:txBody>
      </p:sp>
    </p:spTree>
    <p:extLst>
      <p:ext uri="{BB962C8B-B14F-4D97-AF65-F5344CB8AC3E}">
        <p14:creationId xmlns:p14="http://schemas.microsoft.com/office/powerpoint/2010/main" val="415664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B30B-1BD0-497D-9566-6B65D43C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Design-&gt; foundry -&gt; </a:t>
            </a:r>
            <a:r>
              <a:rPr lang="en-US" dirty="0" err="1"/>
              <a:t>packaing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538A-9788-43C2-AC35-679EC8B09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(</a:t>
            </a:r>
            <a:r>
              <a:rPr lang="en-US" dirty="0" err="1"/>
              <a:t>AMD,Apple</a:t>
            </a:r>
            <a:r>
              <a:rPr lang="en-US" dirty="0"/>
              <a:t>.. Also called fabless company)</a:t>
            </a:r>
          </a:p>
          <a:p>
            <a:endParaRPr lang="en-US" dirty="0"/>
          </a:p>
          <a:p>
            <a:r>
              <a:rPr lang="en-US" dirty="0"/>
              <a:t>Foundry (TSMC, </a:t>
            </a:r>
            <a:r>
              <a:rPr lang="en-US" dirty="0" err="1"/>
              <a:t>Globalfoundry</a:t>
            </a:r>
            <a:r>
              <a:rPr lang="en-US" dirty="0"/>
              <a:t>. Produce the wafer only)</a:t>
            </a:r>
          </a:p>
          <a:p>
            <a:endParaRPr lang="en-US" dirty="0"/>
          </a:p>
          <a:p>
            <a:r>
              <a:rPr lang="en-US" dirty="0"/>
              <a:t>Packing (</a:t>
            </a:r>
            <a:r>
              <a:rPr lang="en-US" dirty="0" err="1"/>
              <a:t>AST,Amkor</a:t>
            </a:r>
            <a:r>
              <a:rPr lang="en-US" dirty="0"/>
              <a:t>, companies also called outsourced assembly and test companies)</a:t>
            </a:r>
          </a:p>
        </p:txBody>
      </p:sp>
    </p:spTree>
    <p:extLst>
      <p:ext uri="{BB962C8B-B14F-4D97-AF65-F5344CB8AC3E}">
        <p14:creationId xmlns:p14="http://schemas.microsoft.com/office/powerpoint/2010/main" val="42285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3384-EB36-4DE4-94AF-3CE63638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SCM vs MCM</a:t>
            </a:r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BEACDFFA-709B-49E9-A189-CFFD56D78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2292" y="1690688"/>
            <a:ext cx="6748402" cy="4435792"/>
          </a:xfrm>
        </p:spPr>
      </p:pic>
    </p:spTree>
    <p:extLst>
      <p:ext uri="{BB962C8B-B14F-4D97-AF65-F5344CB8AC3E}">
        <p14:creationId xmlns:p14="http://schemas.microsoft.com/office/powerpoint/2010/main" val="97976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0BBA-E07C-447E-A1D2-458B1F7F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 (dual inline package)</a:t>
            </a:r>
          </a:p>
        </p:txBody>
      </p:sp>
      <p:pic>
        <p:nvPicPr>
          <p:cNvPr id="5" name="Content Placeholder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D7A95C68-C79A-4CC0-A86C-5E4EE1778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322" y="1848202"/>
            <a:ext cx="9227044" cy="4351338"/>
          </a:xfrm>
        </p:spPr>
      </p:pic>
    </p:spTree>
    <p:extLst>
      <p:ext uri="{BB962C8B-B14F-4D97-AF65-F5344CB8AC3E}">
        <p14:creationId xmlns:p14="http://schemas.microsoft.com/office/powerpoint/2010/main" val="3150272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D589-4687-418E-AA61-27D62198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QFP(quad flat package)</a:t>
            </a:r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5B034DB-E64B-4DD6-B5A2-A36C65538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201192" cy="4351338"/>
          </a:xfrm>
        </p:spPr>
      </p:pic>
    </p:spTree>
    <p:extLst>
      <p:ext uri="{BB962C8B-B14F-4D97-AF65-F5344CB8AC3E}">
        <p14:creationId xmlns:p14="http://schemas.microsoft.com/office/powerpoint/2010/main" val="383462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6512-A0D7-46E4-B2AD-E0977DC1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PGA( Pin Grid Array)</a:t>
            </a:r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4319865A-AD70-4616-ABB5-5D87E7176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802" y="1690688"/>
            <a:ext cx="9272395" cy="4351338"/>
          </a:xfrm>
        </p:spPr>
      </p:pic>
    </p:spTree>
    <p:extLst>
      <p:ext uri="{BB962C8B-B14F-4D97-AF65-F5344CB8AC3E}">
        <p14:creationId xmlns:p14="http://schemas.microsoft.com/office/powerpoint/2010/main" val="369147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786C-B54E-409F-AEE5-28A248FF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BGA (Ball Grid Array)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4DDC1D01-CF5C-4830-8227-268F3061A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177" y="1848732"/>
            <a:ext cx="8108397" cy="3829579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0494DB-4CDE-4285-BC99-CA65787B308B}"/>
              </a:ext>
            </a:extLst>
          </p:cNvPr>
          <p:cNvCxnSpPr/>
          <p:nvPr/>
        </p:nvCxnSpPr>
        <p:spPr>
          <a:xfrm>
            <a:off x="5700889" y="3872089"/>
            <a:ext cx="38833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1F795B9-DDFA-4619-92DE-1B5C88762811}"/>
              </a:ext>
            </a:extLst>
          </p:cNvPr>
          <p:cNvSpPr txBox="1"/>
          <p:nvPr/>
        </p:nvSpPr>
        <p:spPr>
          <a:xfrm>
            <a:off x="9629422" y="3578578"/>
            <a:ext cx="24722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Shorter leads, better performance and speed</a:t>
            </a:r>
          </a:p>
          <a:p>
            <a:endParaRPr lang="en-US" dirty="0"/>
          </a:p>
          <a:p>
            <a:r>
              <a:rPr lang="en-US" dirty="0"/>
              <a:t>2) Smaller inductance better signal  </a:t>
            </a:r>
          </a:p>
        </p:txBody>
      </p:sp>
    </p:spTree>
    <p:extLst>
      <p:ext uri="{BB962C8B-B14F-4D97-AF65-F5344CB8AC3E}">
        <p14:creationId xmlns:p14="http://schemas.microsoft.com/office/powerpoint/2010/main" val="90128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49BE-8D6C-4623-AA87-16F2A75A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091B4-5675-400C-921B-3CE921FC0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23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147</Words>
  <Application>Microsoft Office PowerPoint</Application>
  <PresentationFormat>Widescreen</PresentationFormat>
  <Paragraphs>25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Aharoni</vt:lpstr>
      <vt:lpstr>Arial</vt:lpstr>
      <vt:lpstr>Calibri</vt:lpstr>
      <vt:lpstr>Calibri Light</vt:lpstr>
      <vt:lpstr>Office Theme</vt:lpstr>
      <vt:lpstr>Packing</vt:lpstr>
      <vt:lpstr>Why need to package</vt:lpstr>
      <vt:lpstr>Design-&gt; foundry -&gt; packaing</vt:lpstr>
      <vt:lpstr>SCM vs MCM</vt:lpstr>
      <vt:lpstr>DIP (dual inline package)</vt:lpstr>
      <vt:lpstr>QFP(quad flat package)</vt:lpstr>
      <vt:lpstr>PGA( Pin Grid Array)</vt:lpstr>
      <vt:lpstr>BGA (Ball Grid Array)</vt:lpstr>
      <vt:lpstr>Part3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Packing</dc:title>
  <dc:creator>Liu, Xu</dc:creator>
  <cp:lastModifiedBy>Liu, Xu</cp:lastModifiedBy>
  <cp:revision>20</cp:revision>
  <dcterms:created xsi:type="dcterms:W3CDTF">2021-08-27T01:24:52Z</dcterms:created>
  <dcterms:modified xsi:type="dcterms:W3CDTF">2021-08-27T09:53:10Z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914ebd-7e6c-4e12-a031-a9906be2db14_Enabled">
    <vt:lpwstr>true</vt:lpwstr>
  </property>
  <property fmtid="{D5CDD505-2E9C-101B-9397-08002B2CF9AE}" pid="3" name="MSIP_Label_88914ebd-7e6c-4e12-a031-a9906be2db14_SetDate">
    <vt:lpwstr>2021-08-27T09:53:10Z</vt:lpwstr>
  </property>
  <property fmtid="{D5CDD505-2E9C-101B-9397-08002B2CF9AE}" pid="4" name="MSIP_Label_88914ebd-7e6c-4e12-a031-a9906be2db14_Method">
    <vt:lpwstr>Standard</vt:lpwstr>
  </property>
  <property fmtid="{D5CDD505-2E9C-101B-9397-08002B2CF9AE}" pid="5" name="MSIP_Label_88914ebd-7e6c-4e12-a031-a9906be2db14_Name">
    <vt:lpwstr>AMD Official Use Only-AIP 2.0</vt:lpwstr>
  </property>
  <property fmtid="{D5CDD505-2E9C-101B-9397-08002B2CF9AE}" pid="6" name="MSIP_Label_88914ebd-7e6c-4e12-a031-a9906be2db14_SiteId">
    <vt:lpwstr>3dd8961f-e488-4e60-8e11-a82d994e183d</vt:lpwstr>
  </property>
  <property fmtid="{D5CDD505-2E9C-101B-9397-08002B2CF9AE}" pid="7" name="MSIP_Label_88914ebd-7e6c-4e12-a031-a9906be2db14_ActionId">
    <vt:lpwstr>5d9df9a8-08e0-4f73-a4c7-cf2603b5f618</vt:lpwstr>
  </property>
  <property fmtid="{D5CDD505-2E9C-101B-9397-08002B2CF9AE}" pid="8" name="MSIP_Label_88914ebd-7e6c-4e12-a031-a9906be2db14_ContentBits">
    <vt:lpwstr>1</vt:lpwstr>
  </property>
</Properties>
</file>