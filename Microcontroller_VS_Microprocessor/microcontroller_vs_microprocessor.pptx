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3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21306-B90A-488B-BD88-C34EFC0392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215C37-95C9-4604-8417-C796C62B3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E738C-16A8-47BE-93F2-0A2AC1F8E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8E5FD-CF0A-4EA2-B32F-421E2836EDA7}" type="datetimeFigureOut">
              <a:rPr lang="en-US" smtClean="0"/>
              <a:t>9/4/2021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D6B2D-E0ED-49A0-9544-EDC850D8A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07BC4-EB26-4CDF-9330-2611C10A9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4DBE5-AC21-4EF6-BAFF-4910CA614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960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73704-B9F3-43F2-BBC8-8F208D44D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1778C-263C-4ACB-96AE-2F858BA52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863DD-ADB6-459F-A0CA-7773F3504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8E5FD-CF0A-4EA2-B32F-421E2836EDA7}" type="datetimeFigureOut">
              <a:rPr lang="en-US" smtClean="0"/>
              <a:t>9/4/2021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34190-59B3-41F8-A861-C44DD3BF7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D7C18-A781-4AF8-BB78-E7C510DDB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4DBE5-AC21-4EF6-BAFF-4910CA614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491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F2979-D99F-45E9-A2D2-A745D1049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B09EC-4A68-415D-8596-F24B47625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41CDC-21E5-46E3-A8D6-8DFE6378F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8E5FD-CF0A-4EA2-B32F-421E2836EDA7}" type="datetimeFigureOut">
              <a:rPr lang="en-US" smtClean="0"/>
              <a:t>9/4/2021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46FBE-7D55-4D0D-B7FB-800140D70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F0AE0-121F-469E-A296-4DF3E417E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4DBE5-AC21-4EF6-BAFF-4910CA614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592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DF5C4-E7D1-47D9-8C00-0EBCB80AF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370B2-40EE-442B-8E76-738998413B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9E003A-B99B-40D3-9CE3-35FDE45C3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E5447D-E24B-4CEA-AD35-028B4B03F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8E5FD-CF0A-4EA2-B32F-421E2836EDA7}" type="datetimeFigureOut">
              <a:rPr lang="en-US" smtClean="0"/>
              <a:t>9/4/2021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E6726F-6020-455D-9109-F32ECE20E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3543A9-6669-4C82-A949-15F42B4BA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4DBE5-AC21-4EF6-BAFF-4910CA614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031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79316-B044-4E77-97B3-5CD743496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DCE26-3E47-4FB9-98C0-E30F8A071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E6EA90-8218-427B-88A2-1430F62B1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94B8A9-549D-4950-AE10-4C373D8C2A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C2DA42-F627-4FE0-A039-02D24C3389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8C9D9-77DE-4F24-9F93-E50739C52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8E5FD-CF0A-4EA2-B32F-421E2836EDA7}" type="datetimeFigureOut">
              <a:rPr lang="en-US" smtClean="0"/>
              <a:t>9/4/2021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9E6A95-114D-42E7-9BDB-C035B25B7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32A117-C0A3-4F61-A105-05F24B916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4DBE5-AC21-4EF6-BAFF-4910CA614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64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54618-3FED-479B-8C4D-71A564C48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774801-71C4-43D8-87F5-676B79311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8E5FD-CF0A-4EA2-B32F-421E2836EDA7}" type="datetimeFigureOut">
              <a:rPr lang="en-US" smtClean="0"/>
              <a:t>9/4/2021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D37A88-F38F-474C-A6CF-B4C5A21B3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D2A9F4-484E-47E3-87DB-19C5E9287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4DBE5-AC21-4EF6-BAFF-4910CA614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518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330000-6F4A-41DB-B094-96D14FD73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8E5FD-CF0A-4EA2-B32F-421E2836EDA7}" type="datetimeFigureOut">
              <a:rPr lang="en-US" smtClean="0"/>
              <a:t>9/4/2021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8AFA9D-0250-4AB3-92ED-2747374FC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48DDFD-27F8-4EFA-9C4A-E3FA4A306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4DBE5-AC21-4EF6-BAFF-4910CA614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488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DE002-A7B1-4B09-B3AF-36F0B46C0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81846-363C-4B33-A198-1AC5DF0F3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9D27A4-5149-46B1-A4FE-6084D6FEB4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3A8895-7610-4AB9-9908-1A7C5D1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8E5FD-CF0A-4EA2-B32F-421E2836EDA7}" type="datetimeFigureOut">
              <a:rPr lang="en-US" smtClean="0"/>
              <a:t>9/4/2021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B8B130-8428-44A3-AC21-0F9B78992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70502-5C56-4E6D-A81A-FA66DFB47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4DBE5-AC21-4EF6-BAFF-4910CA614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988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3D2D5-E3D0-4861-806E-316C8BA53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4270F3-7898-41FC-8B8E-B874779715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A1FD13-87F3-467A-93C5-E4B5FB11C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C70DE-60D2-4714-BA09-065F27FB0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8E5FD-CF0A-4EA2-B32F-421E2836EDA7}" type="datetimeFigureOut">
              <a:rPr lang="en-US" smtClean="0"/>
              <a:t>9/4/2021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37FF7B-360C-49CA-B59F-A622E07DB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BB832-C614-45A2-B118-E3FA4F79C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4DBE5-AC21-4EF6-BAFF-4910CA614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68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5A468-9A0E-4198-ADD0-5CE968CAC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7198A7-1E7B-415B-8C0D-5669ABACC0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CDFE1-C4D6-4DAE-BF16-8F0652D7F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8E5FD-CF0A-4EA2-B32F-421E2836EDA7}" type="datetimeFigureOut">
              <a:rPr lang="en-US" smtClean="0"/>
              <a:t>9/4/2021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DEFDD-9582-4FB0-BBAB-AE5147C6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01436-0542-49D5-8023-493BD20E2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4DBE5-AC21-4EF6-BAFF-4910CA614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51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802A32-ED0C-4E96-B70C-1A47FFD404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D076D3-91CB-4604-87D5-8C7ED1934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D8D31-058E-422E-80A3-1C61C3BB4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8E5FD-CF0A-4EA2-B32F-421E2836EDA7}" type="datetimeFigureOut">
              <a:rPr lang="en-US" smtClean="0"/>
              <a:t>9/4/2021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D456E-0F8C-4541-9D94-4B900F466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4D6AF-8911-4655-A17C-939FB2BE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4DBE5-AC21-4EF6-BAFF-4910CA614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586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5AEA3C-F2C8-458F-9F4A-5938248E2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EF272-F9F5-455D-9F4F-712DCF192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F8CE8-08FB-4C31-860E-96CBB5A897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8E5FD-CF0A-4EA2-B32F-421E2836EDA7}" type="datetimeFigureOut">
              <a:rPr lang="en-US" smtClean="0"/>
              <a:t>9/4/2021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4CF08-BA9C-4ED9-875B-4EACB8815E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78FB0-ABEA-4A76-9DFE-2C316EF29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64DBE5-AC21-4EF6-BAFF-4910CA6145B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SIPCMContentMarking" descr="{&quot;HashCode&quot;:-1538819703,&quot;Placement&quot;:&quot;Header&quot;,&quot;Top&quot;:0.0,&quot;Left&quot;:0.0,&quot;SlideWidth&quot;:960,&quot;SlideHeight&quot;:540}">
            <a:extLst>
              <a:ext uri="{FF2B5EF4-FFF2-40B4-BE49-F238E27FC236}">
                <a16:creationId xmlns:a16="http://schemas.microsoft.com/office/drawing/2014/main" id="{B9E74F88-1716-4F4D-85C7-10EE1255BC30}"/>
              </a:ext>
            </a:extLst>
          </p:cNvPr>
          <p:cNvSpPr txBox="1"/>
          <p:nvPr userDrawn="1"/>
        </p:nvSpPr>
        <p:spPr>
          <a:xfrm>
            <a:off x="0" y="0"/>
            <a:ext cx="1634581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FF"/>
                </a:solidFill>
                <a:latin typeface="Arial" panose="020B0604020202020204" pitchFamily="34" charset="0"/>
              </a:rPr>
              <a:t>[AMD Official Use Only]</a:t>
            </a:r>
          </a:p>
        </p:txBody>
      </p:sp>
    </p:spTree>
    <p:extLst>
      <p:ext uri="{BB962C8B-B14F-4D97-AF65-F5344CB8AC3E}">
        <p14:creationId xmlns:p14="http://schemas.microsoft.com/office/powerpoint/2010/main" val="510812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B49F7-50F8-4E7E-AC0B-426D7E3C53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248275-24E3-4ECB-A82D-0035CCC929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481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43E9E-ED66-4785-9929-7B5875398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(microprocessor)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032E7-5855-464B-BC4A-0709AF432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Gaming</a:t>
            </a:r>
          </a:p>
          <a:p>
            <a:r>
              <a:rPr lang="en-US" dirty="0"/>
              <a:t>Web </a:t>
            </a:r>
            <a:r>
              <a:rPr lang="en-US" dirty="0" err="1"/>
              <a:t>bowsing</a:t>
            </a:r>
            <a:endParaRPr lang="en-US" dirty="0"/>
          </a:p>
          <a:p>
            <a:r>
              <a:rPr lang="en-US" dirty="0"/>
              <a:t>Programming…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Task was not predefined</a:t>
            </a:r>
            <a:r>
              <a:rPr lang="en-US" dirty="0"/>
              <a:t>, it depends on the user</a:t>
            </a:r>
          </a:p>
        </p:txBody>
      </p:sp>
    </p:spTree>
    <p:extLst>
      <p:ext uri="{BB962C8B-B14F-4D97-AF65-F5344CB8AC3E}">
        <p14:creationId xmlns:p14="http://schemas.microsoft.com/office/powerpoint/2010/main" val="2313313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E8862-C93F-41F3-B5C6-31035DF88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3B26F-049A-4627-AAF0-3D0219FCE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Microwave oven, washing machines…</a:t>
            </a:r>
          </a:p>
          <a:p>
            <a:endParaRPr lang="en-US" dirty="0"/>
          </a:p>
          <a:p>
            <a:r>
              <a:rPr lang="en-US" dirty="0"/>
              <a:t>Predefined task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891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B1DAA-AB7F-4DA1-85F9-B265CB3CE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AD0828-BF67-47B5-BDA4-57D15B5A3A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7406" y="1825625"/>
            <a:ext cx="8957188" cy="4351338"/>
          </a:xfrm>
        </p:spPr>
      </p:pic>
    </p:spTree>
    <p:extLst>
      <p:ext uri="{BB962C8B-B14F-4D97-AF65-F5344CB8AC3E}">
        <p14:creationId xmlns:p14="http://schemas.microsoft.com/office/powerpoint/2010/main" val="1181745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30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Applications (microprocessor)</vt:lpstr>
      <vt:lpstr>Microcontroller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Liu, Xu</dc:creator>
  <cp:lastModifiedBy>Liu, Xu</cp:lastModifiedBy>
  <cp:revision>4</cp:revision>
  <dcterms:created xsi:type="dcterms:W3CDTF">2021-09-04T01:37:23Z</dcterms:created>
  <dcterms:modified xsi:type="dcterms:W3CDTF">2021-09-04T02:25:31Z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8914ebd-7e6c-4e12-a031-a9906be2db14_Enabled">
    <vt:lpwstr>true</vt:lpwstr>
  </property>
  <property fmtid="{D5CDD505-2E9C-101B-9397-08002B2CF9AE}" pid="3" name="MSIP_Label_88914ebd-7e6c-4e12-a031-a9906be2db14_SetDate">
    <vt:lpwstr>2021-09-04T02:25:31Z</vt:lpwstr>
  </property>
  <property fmtid="{D5CDD505-2E9C-101B-9397-08002B2CF9AE}" pid="4" name="MSIP_Label_88914ebd-7e6c-4e12-a031-a9906be2db14_Method">
    <vt:lpwstr>Standard</vt:lpwstr>
  </property>
  <property fmtid="{D5CDD505-2E9C-101B-9397-08002B2CF9AE}" pid="5" name="MSIP_Label_88914ebd-7e6c-4e12-a031-a9906be2db14_Name">
    <vt:lpwstr>AMD Official Use Only-AIP 2.0</vt:lpwstr>
  </property>
  <property fmtid="{D5CDD505-2E9C-101B-9397-08002B2CF9AE}" pid="6" name="MSIP_Label_88914ebd-7e6c-4e12-a031-a9906be2db14_SiteId">
    <vt:lpwstr>3dd8961f-e488-4e60-8e11-a82d994e183d</vt:lpwstr>
  </property>
  <property fmtid="{D5CDD505-2E9C-101B-9397-08002B2CF9AE}" pid="7" name="MSIP_Label_88914ebd-7e6c-4e12-a031-a9906be2db14_ActionId">
    <vt:lpwstr>41aa38c4-e16f-4d64-a8ea-7ed6330f69d3</vt:lpwstr>
  </property>
  <property fmtid="{D5CDD505-2E9C-101B-9397-08002B2CF9AE}" pid="8" name="MSIP_Label_88914ebd-7e6c-4e12-a031-a9906be2db14_ContentBits">
    <vt:lpwstr>1</vt:lpwstr>
  </property>
</Properties>
</file>